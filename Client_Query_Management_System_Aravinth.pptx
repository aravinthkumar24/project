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Client Query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Built using Streamlit + MySQL</a:t>
            </a:r>
          </a:p>
          <a:p>
            <a:endParaRPr/>
          </a:p>
          <a:p>
            <a:r>
              <a:t>By: Aravinth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sz="2800" dirty="0"/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323232"/>
                </a:solidFill>
              </a:defRPr>
            </a:pPr>
            <a:r>
              <a:rPr sz="2800" dirty="0"/>
              <a:t>Manual client query handling is inefficient.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323232"/>
                </a:solidFill>
              </a:defRPr>
            </a:pPr>
            <a:r>
              <a:rPr sz="2800" dirty="0"/>
              <a:t>No centralized platform for tracking issues.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323232"/>
                </a:solidFill>
              </a:defRPr>
            </a:pPr>
            <a:r>
              <a:rPr sz="2800" dirty="0"/>
              <a:t>Support teams face difficulty in managing multiple queries.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90675"/>
            <a:ext cx="786384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sz="2800" dirty="0"/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323232"/>
                </a:solidFill>
              </a:defRPr>
            </a:pPr>
            <a:r>
              <a:rPr sz="2800" dirty="0"/>
              <a:t>A web-based platform for clients and support teams.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323232"/>
                </a:solidFill>
              </a:defRPr>
            </a:pPr>
            <a:r>
              <a:rPr sz="2800" dirty="0"/>
              <a:t>Role-based login and query submission system.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323232"/>
                </a:solidFill>
              </a:defRPr>
            </a:pPr>
            <a:r>
              <a:rPr sz="2800" dirty="0"/>
              <a:t>Real-time query visualization using </a:t>
            </a:r>
            <a:r>
              <a:rPr sz="2800" dirty="0" err="1"/>
              <a:t>Plotly</a:t>
            </a:r>
            <a:r>
              <a:rPr sz="2800" dirty="0"/>
              <a:t> charts.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sz="2800" dirty="0"/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323232"/>
                </a:solidFill>
              </a:defRPr>
            </a:pPr>
            <a:r>
              <a:rPr sz="2800" dirty="0"/>
              <a:t>Client / Support users interact via </a:t>
            </a:r>
            <a:r>
              <a:rPr sz="2800" dirty="0" err="1"/>
              <a:t>Streamlit</a:t>
            </a:r>
            <a:r>
              <a:rPr sz="2800" dirty="0"/>
              <a:t> web interface.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323232"/>
                </a:solidFill>
              </a:defRPr>
            </a:pPr>
            <a:r>
              <a:rPr sz="2800" dirty="0" err="1"/>
              <a:t>Streamlit</a:t>
            </a:r>
            <a:r>
              <a:rPr sz="2800" dirty="0"/>
              <a:t> communicates with MySQL for data storage.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323232"/>
                </a:solidFill>
              </a:defRPr>
            </a:pPr>
            <a:r>
              <a:rPr sz="2800" dirty="0"/>
              <a:t>Two main tables: Users and Queries.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323232"/>
                </a:solidFill>
              </a:defRPr>
            </a:pPr>
            <a:r>
              <a:rPr sz="2800" dirty="0"/>
              <a:t>Data flow ensures secure access and real-time updates.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sz="2800" dirty="0"/>
          </a:p>
          <a:p>
            <a:pPr marL="457200" indent="-457200">
              <a:buFont typeface="Arial" panose="020B0604020202020204" pitchFamily="34" charset="0"/>
              <a:buChar char="•"/>
              <a:defRPr sz="2000">
                <a:solidFill>
                  <a:srgbClr val="323232"/>
                </a:solidFill>
              </a:defRPr>
            </a:pPr>
            <a:r>
              <a:rPr sz="2800" dirty="0"/>
              <a:t>Role-based authentication (Client &amp; Support).</a:t>
            </a:r>
          </a:p>
          <a:p>
            <a:pPr marL="457200" indent="-457200">
              <a:buFont typeface="Arial" panose="020B0604020202020204" pitchFamily="34" charset="0"/>
              <a:buChar char="•"/>
              <a:defRPr sz="2000">
                <a:solidFill>
                  <a:srgbClr val="323232"/>
                </a:solidFill>
              </a:defRPr>
            </a:pPr>
            <a:r>
              <a:rPr sz="2800" dirty="0"/>
              <a:t>Submit, view, and manage queries.</a:t>
            </a:r>
          </a:p>
          <a:p>
            <a:pPr marL="457200" indent="-457200">
              <a:buFont typeface="Arial" panose="020B0604020202020204" pitchFamily="34" charset="0"/>
              <a:buChar char="•"/>
              <a:defRPr sz="2000">
                <a:solidFill>
                  <a:srgbClr val="323232"/>
                </a:solidFill>
              </a:defRPr>
            </a:pPr>
            <a:r>
              <a:rPr sz="2800" dirty="0"/>
              <a:t>Donut chart for query status distribution.</a:t>
            </a:r>
          </a:p>
          <a:p>
            <a:pPr marL="457200" indent="-457200">
              <a:buFont typeface="Arial" panose="020B0604020202020204" pitchFamily="34" charset="0"/>
              <a:buChar char="•"/>
              <a:defRPr sz="2000">
                <a:solidFill>
                  <a:srgbClr val="323232"/>
                </a:solidFill>
              </a:defRPr>
            </a:pPr>
            <a:r>
              <a:rPr sz="2800" dirty="0"/>
              <a:t>Real-time dashboard with auto-refresh.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Tech Stack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2286000"/>
          <a:ext cx="6400800" cy="2377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39">
                <a:tc>
                  <a:txBody>
                    <a:bodyPr/>
                    <a:lstStyle/>
                    <a:p>
                      <a:pPr algn="ctr"/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Technology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algn="ctr"/>
                      <a:r>
                        <a:t>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Streamlit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algn="ctr"/>
                      <a:r>
                        <a:t>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Python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algn="ctr"/>
                      <a:r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MySQL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algn="ctr"/>
                      <a:r>
                        <a:t>Visualization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Plotly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4">
                <a:tc>
                  <a:txBody>
                    <a:bodyPr/>
                    <a:lstStyle/>
                    <a:p>
                      <a:pPr algn="ctr"/>
                      <a:r>
                        <a:t>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hashlib (SHA-256)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sz="2800" dirty="0"/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323232"/>
                </a:solidFill>
              </a:defRPr>
            </a:pPr>
            <a:r>
              <a:rPr sz="2800" dirty="0"/>
              <a:t>Email notifications on query closure.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323232"/>
                </a:solidFill>
              </a:defRPr>
            </a:pPr>
            <a:r>
              <a:rPr sz="2800" dirty="0"/>
              <a:t>Admin dashboard with analytics.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323232"/>
                </a:solidFill>
              </a:defRPr>
            </a:pPr>
            <a:r>
              <a:rPr sz="2800" dirty="0"/>
              <a:t>Containerization with Docker.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323232"/>
                </a:solidFill>
              </a:defRPr>
            </a:pPr>
            <a:r>
              <a:rPr sz="2800" dirty="0"/>
              <a:t>Role-based reports and statistics.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167</Words>
  <Application>Microsoft Office PowerPoint</Application>
  <PresentationFormat>On-screen Show (4:3)</PresentationFormat>
  <Paragraphs>45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Client Query Management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Client Query Management System</dc:title>
  <dc:subject/>
  <dc:creator/>
  <cp:keywords/>
  <dc:description>generated using python-pptx</dc:description>
  <cp:lastModifiedBy>HP</cp:lastModifiedBy>
  <cp:revision>2</cp:revision>
  <dcterms:created xsi:type="dcterms:W3CDTF">2013-01-27T09:14:16Z</dcterms:created>
  <dcterms:modified xsi:type="dcterms:W3CDTF">2025-11-12T14:56:32Z</dcterms:modified>
  <cp:category/>
</cp:coreProperties>
</file>